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>
        <p:scale>
          <a:sx n="75" d="100"/>
          <a:sy n="75" d="100"/>
        </p:scale>
        <p:origin x="166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4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8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9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88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7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0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2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5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4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2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9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6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7A8C6785-C2A0-E12A-B912-305EF5C8F3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940"/>
          </a:solidFill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5796D6B3-2E98-98D2-9066-055F31FBB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1712" y="2090737"/>
            <a:ext cx="76485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67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4953E0E5-B871-C590-12B8-D1B1B07FF7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940"/>
          </a:solidFill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8D97F0CF-E731-F14B-AB97-8F30B5A25A0B}"/>
              </a:ext>
            </a:extLst>
          </p:cNvPr>
          <p:cNvSpPr txBox="1"/>
          <p:nvPr/>
        </p:nvSpPr>
        <p:spPr>
          <a:xfrm>
            <a:off x="901700" y="901700"/>
            <a:ext cx="430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 dirty="0">
                <a:solidFill>
                  <a:schemeClr val="bg1"/>
                </a:solidFill>
              </a:rPr>
              <a:t>Indhold</a:t>
            </a:r>
            <a:endParaRPr lang="es-ES" sz="3600" b="1" dirty="0">
              <a:solidFill>
                <a:schemeClr val="bg1"/>
              </a:solidFill>
            </a:endParaRP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E9AE9213-C742-EF07-F718-E6C171E76B58}"/>
              </a:ext>
            </a:extLst>
          </p:cNvPr>
          <p:cNvSpPr txBox="1"/>
          <p:nvPr/>
        </p:nvSpPr>
        <p:spPr>
          <a:xfrm>
            <a:off x="901700" y="2049621"/>
            <a:ext cx="64135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Om projektet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 err="1">
                <a:solidFill>
                  <a:schemeClr val="bg1">
                    <a:lumMod val="75000"/>
                  </a:schemeClr>
                </a:solidFill>
              </a:rPr>
              <a:t>React</a:t>
            </a: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, Next.js, PHP, Vanilla 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Kursusmateriale </a:t>
            </a:r>
            <a:r>
              <a:rPr lang="da-DK" sz="2000" b="1" dirty="0" err="1">
                <a:solidFill>
                  <a:schemeClr val="bg1">
                    <a:lumMod val="75000"/>
                  </a:schemeClr>
                </a:solidFill>
              </a:rPr>
              <a:t>vs</a:t>
            </a: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 egne forventninger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 err="1">
                <a:solidFill>
                  <a:schemeClr val="bg1">
                    <a:lumMod val="75000"/>
                  </a:schemeClr>
                </a:solidFill>
              </a:rPr>
              <a:t>Reflektioner</a:t>
            </a: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 og afslutning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327E2623-51CA-916A-4AF5-C6BF03088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401" y="327286"/>
            <a:ext cx="5474740" cy="684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1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A53C6-07A4-726C-B54F-A86307170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8B3BD1A9-89D0-7D47-E2D4-D4BB6EDC01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940"/>
          </a:solidFill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A10AC5E-88C2-5FCE-CA91-A7F10E1604EA}"/>
              </a:ext>
            </a:extLst>
          </p:cNvPr>
          <p:cNvSpPr txBox="1"/>
          <p:nvPr/>
        </p:nvSpPr>
        <p:spPr>
          <a:xfrm>
            <a:off x="901700" y="901700"/>
            <a:ext cx="430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 dirty="0">
                <a:solidFill>
                  <a:schemeClr val="bg1"/>
                </a:solidFill>
              </a:rPr>
              <a:t>Projektet</a:t>
            </a:r>
            <a:endParaRPr lang="es-ES" sz="3600" b="1" dirty="0">
              <a:solidFill>
                <a:schemeClr val="bg1"/>
              </a:solidFill>
            </a:endParaRP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EF79DFFA-392B-942C-6F68-EBDE65EE3020}"/>
              </a:ext>
            </a:extLst>
          </p:cNvPr>
          <p:cNvSpPr txBox="1"/>
          <p:nvPr/>
        </p:nvSpPr>
        <p:spPr>
          <a:xfrm>
            <a:off x="901700" y="2049621"/>
            <a:ext cx="43053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 err="1">
                <a:solidFill>
                  <a:schemeClr val="bg1">
                    <a:lumMod val="75000"/>
                  </a:schemeClr>
                </a:solidFill>
              </a:rPr>
              <a:t>React</a:t>
            </a: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 – UI / UX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REST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MoodMap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Tidligere erfaring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FA17FADE-83A0-F22A-FCBB-7A22EA4D6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232" y="2049621"/>
            <a:ext cx="7011967" cy="3499983"/>
          </a:xfrm>
          <a:custGeom>
            <a:avLst/>
            <a:gdLst>
              <a:gd name="csX0" fmla="*/ 0 w 7011967"/>
              <a:gd name="csY0" fmla="*/ 0 h 3499983"/>
              <a:gd name="csX1" fmla="*/ 497212 w 7011967"/>
              <a:gd name="csY1" fmla="*/ 0 h 3499983"/>
              <a:gd name="csX2" fmla="*/ 924305 w 7011967"/>
              <a:gd name="csY2" fmla="*/ 0 h 3499983"/>
              <a:gd name="csX3" fmla="*/ 1701996 w 7011967"/>
              <a:gd name="csY3" fmla="*/ 0 h 3499983"/>
              <a:gd name="csX4" fmla="*/ 2409567 w 7011967"/>
              <a:gd name="csY4" fmla="*/ 0 h 3499983"/>
              <a:gd name="csX5" fmla="*/ 2906779 w 7011967"/>
              <a:gd name="csY5" fmla="*/ 0 h 3499983"/>
              <a:gd name="csX6" fmla="*/ 3333872 w 7011967"/>
              <a:gd name="csY6" fmla="*/ 0 h 3499983"/>
              <a:gd name="csX7" fmla="*/ 3901203 w 7011967"/>
              <a:gd name="csY7" fmla="*/ 0 h 3499983"/>
              <a:gd name="csX8" fmla="*/ 4468535 w 7011967"/>
              <a:gd name="csY8" fmla="*/ 0 h 3499983"/>
              <a:gd name="csX9" fmla="*/ 5035867 w 7011967"/>
              <a:gd name="csY9" fmla="*/ 0 h 3499983"/>
              <a:gd name="csX10" fmla="*/ 5813558 w 7011967"/>
              <a:gd name="csY10" fmla="*/ 0 h 3499983"/>
              <a:gd name="csX11" fmla="*/ 7011967 w 7011967"/>
              <a:gd name="csY11" fmla="*/ 0 h 3499983"/>
              <a:gd name="csX12" fmla="*/ 7011967 w 7011967"/>
              <a:gd name="csY12" fmla="*/ 594997 h 3499983"/>
              <a:gd name="csX13" fmla="*/ 7011967 w 7011967"/>
              <a:gd name="csY13" fmla="*/ 1294994 h 3499983"/>
              <a:gd name="csX14" fmla="*/ 7011967 w 7011967"/>
              <a:gd name="csY14" fmla="*/ 2064990 h 3499983"/>
              <a:gd name="csX15" fmla="*/ 7011967 w 7011967"/>
              <a:gd name="csY15" fmla="*/ 2729987 h 3499983"/>
              <a:gd name="csX16" fmla="*/ 7011967 w 7011967"/>
              <a:gd name="csY16" fmla="*/ 3499983 h 3499983"/>
              <a:gd name="csX17" fmla="*/ 6234276 w 7011967"/>
              <a:gd name="csY17" fmla="*/ 3499983 h 3499983"/>
              <a:gd name="csX18" fmla="*/ 5596825 w 7011967"/>
              <a:gd name="csY18" fmla="*/ 3499983 h 3499983"/>
              <a:gd name="csX19" fmla="*/ 5099612 w 7011967"/>
              <a:gd name="csY19" fmla="*/ 3499983 h 3499983"/>
              <a:gd name="csX20" fmla="*/ 4672520 w 7011967"/>
              <a:gd name="csY20" fmla="*/ 3499983 h 3499983"/>
              <a:gd name="csX21" fmla="*/ 4245427 w 7011967"/>
              <a:gd name="csY21" fmla="*/ 3499983 h 3499983"/>
              <a:gd name="csX22" fmla="*/ 3748215 w 7011967"/>
              <a:gd name="csY22" fmla="*/ 3499983 h 3499983"/>
              <a:gd name="csX23" fmla="*/ 2970524 w 7011967"/>
              <a:gd name="csY23" fmla="*/ 3499983 h 3499983"/>
              <a:gd name="csX24" fmla="*/ 2333073 w 7011967"/>
              <a:gd name="csY24" fmla="*/ 3499983 h 3499983"/>
              <a:gd name="csX25" fmla="*/ 1695621 w 7011967"/>
              <a:gd name="csY25" fmla="*/ 3499983 h 3499983"/>
              <a:gd name="csX26" fmla="*/ 917930 w 7011967"/>
              <a:gd name="csY26" fmla="*/ 3499983 h 3499983"/>
              <a:gd name="csX27" fmla="*/ 0 w 7011967"/>
              <a:gd name="csY27" fmla="*/ 3499983 h 3499983"/>
              <a:gd name="csX28" fmla="*/ 0 w 7011967"/>
              <a:gd name="csY28" fmla="*/ 2834986 h 3499983"/>
              <a:gd name="csX29" fmla="*/ 0 w 7011967"/>
              <a:gd name="csY29" fmla="*/ 2204989 h 3499983"/>
              <a:gd name="csX30" fmla="*/ 0 w 7011967"/>
              <a:gd name="csY30" fmla="*/ 1469993 h 3499983"/>
              <a:gd name="csX31" fmla="*/ 0 w 7011967"/>
              <a:gd name="csY31" fmla="*/ 734996 h 3499983"/>
              <a:gd name="csX32" fmla="*/ 0 w 7011967"/>
              <a:gd name="csY32" fmla="*/ 0 h 3499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7011967" h="3499983" fill="none" extrusionOk="0">
                <a:moveTo>
                  <a:pt x="0" y="0"/>
                </a:moveTo>
                <a:cubicBezTo>
                  <a:pt x="108648" y="-6459"/>
                  <a:pt x="294119" y="14209"/>
                  <a:pt x="497212" y="0"/>
                </a:cubicBezTo>
                <a:cubicBezTo>
                  <a:pt x="700305" y="-14209"/>
                  <a:pt x="752080" y="-10716"/>
                  <a:pt x="924305" y="0"/>
                </a:cubicBezTo>
                <a:cubicBezTo>
                  <a:pt x="1096530" y="10716"/>
                  <a:pt x="1399852" y="17451"/>
                  <a:pt x="1701996" y="0"/>
                </a:cubicBezTo>
                <a:cubicBezTo>
                  <a:pt x="2004140" y="-17451"/>
                  <a:pt x="2062177" y="18652"/>
                  <a:pt x="2409567" y="0"/>
                </a:cubicBezTo>
                <a:cubicBezTo>
                  <a:pt x="2756957" y="-18652"/>
                  <a:pt x="2683828" y="5695"/>
                  <a:pt x="2906779" y="0"/>
                </a:cubicBezTo>
                <a:cubicBezTo>
                  <a:pt x="3129730" y="-5695"/>
                  <a:pt x="3175231" y="20434"/>
                  <a:pt x="3333872" y="0"/>
                </a:cubicBezTo>
                <a:cubicBezTo>
                  <a:pt x="3492513" y="-20434"/>
                  <a:pt x="3644552" y="-25086"/>
                  <a:pt x="3901203" y="0"/>
                </a:cubicBezTo>
                <a:cubicBezTo>
                  <a:pt x="4157854" y="25086"/>
                  <a:pt x="4285500" y="11705"/>
                  <a:pt x="4468535" y="0"/>
                </a:cubicBezTo>
                <a:cubicBezTo>
                  <a:pt x="4651570" y="-11705"/>
                  <a:pt x="4862079" y="4625"/>
                  <a:pt x="5035867" y="0"/>
                </a:cubicBezTo>
                <a:cubicBezTo>
                  <a:pt x="5209655" y="-4625"/>
                  <a:pt x="5600825" y="-13109"/>
                  <a:pt x="5813558" y="0"/>
                </a:cubicBezTo>
                <a:cubicBezTo>
                  <a:pt x="6026291" y="13109"/>
                  <a:pt x="6596219" y="32627"/>
                  <a:pt x="7011967" y="0"/>
                </a:cubicBezTo>
                <a:cubicBezTo>
                  <a:pt x="7004447" y="192936"/>
                  <a:pt x="7036866" y="456217"/>
                  <a:pt x="7011967" y="594997"/>
                </a:cubicBezTo>
                <a:cubicBezTo>
                  <a:pt x="6987068" y="733777"/>
                  <a:pt x="7035340" y="1027466"/>
                  <a:pt x="7011967" y="1294994"/>
                </a:cubicBezTo>
                <a:cubicBezTo>
                  <a:pt x="6988594" y="1562522"/>
                  <a:pt x="7037017" y="1728196"/>
                  <a:pt x="7011967" y="2064990"/>
                </a:cubicBezTo>
                <a:cubicBezTo>
                  <a:pt x="6986917" y="2401784"/>
                  <a:pt x="7016091" y="2433712"/>
                  <a:pt x="7011967" y="2729987"/>
                </a:cubicBezTo>
                <a:cubicBezTo>
                  <a:pt x="7007843" y="3026262"/>
                  <a:pt x="7025395" y="3268229"/>
                  <a:pt x="7011967" y="3499983"/>
                </a:cubicBezTo>
                <a:cubicBezTo>
                  <a:pt x="6647036" y="3502846"/>
                  <a:pt x="6416463" y="3493714"/>
                  <a:pt x="6234276" y="3499983"/>
                </a:cubicBezTo>
                <a:cubicBezTo>
                  <a:pt x="6052089" y="3506252"/>
                  <a:pt x="5784263" y="3509510"/>
                  <a:pt x="5596825" y="3499983"/>
                </a:cubicBezTo>
                <a:cubicBezTo>
                  <a:pt x="5409387" y="3490456"/>
                  <a:pt x="5212430" y="3514262"/>
                  <a:pt x="5099612" y="3499983"/>
                </a:cubicBezTo>
                <a:cubicBezTo>
                  <a:pt x="4986794" y="3485704"/>
                  <a:pt x="4800841" y="3496244"/>
                  <a:pt x="4672520" y="3499983"/>
                </a:cubicBezTo>
                <a:cubicBezTo>
                  <a:pt x="4544199" y="3503722"/>
                  <a:pt x="4412644" y="3497064"/>
                  <a:pt x="4245427" y="3499983"/>
                </a:cubicBezTo>
                <a:cubicBezTo>
                  <a:pt x="4078210" y="3502902"/>
                  <a:pt x="3871065" y="3496342"/>
                  <a:pt x="3748215" y="3499983"/>
                </a:cubicBezTo>
                <a:cubicBezTo>
                  <a:pt x="3625365" y="3503624"/>
                  <a:pt x="3194230" y="3465111"/>
                  <a:pt x="2970524" y="3499983"/>
                </a:cubicBezTo>
                <a:cubicBezTo>
                  <a:pt x="2746818" y="3534855"/>
                  <a:pt x="2597186" y="3468514"/>
                  <a:pt x="2333073" y="3499983"/>
                </a:cubicBezTo>
                <a:cubicBezTo>
                  <a:pt x="2068960" y="3531452"/>
                  <a:pt x="1900529" y="3518737"/>
                  <a:pt x="1695621" y="3499983"/>
                </a:cubicBezTo>
                <a:cubicBezTo>
                  <a:pt x="1490713" y="3481229"/>
                  <a:pt x="1210070" y="3506200"/>
                  <a:pt x="917930" y="3499983"/>
                </a:cubicBezTo>
                <a:cubicBezTo>
                  <a:pt x="625790" y="3493766"/>
                  <a:pt x="213433" y="3479622"/>
                  <a:pt x="0" y="3499983"/>
                </a:cubicBezTo>
                <a:cubicBezTo>
                  <a:pt x="-16382" y="3217788"/>
                  <a:pt x="17856" y="3111424"/>
                  <a:pt x="0" y="2834986"/>
                </a:cubicBezTo>
                <a:cubicBezTo>
                  <a:pt x="-17856" y="2558548"/>
                  <a:pt x="-11685" y="2505401"/>
                  <a:pt x="0" y="2204989"/>
                </a:cubicBezTo>
                <a:cubicBezTo>
                  <a:pt x="11685" y="1904577"/>
                  <a:pt x="-36048" y="1679830"/>
                  <a:pt x="0" y="1469993"/>
                </a:cubicBezTo>
                <a:cubicBezTo>
                  <a:pt x="36048" y="1260156"/>
                  <a:pt x="-30712" y="1034960"/>
                  <a:pt x="0" y="734996"/>
                </a:cubicBezTo>
                <a:cubicBezTo>
                  <a:pt x="30712" y="435032"/>
                  <a:pt x="20626" y="353099"/>
                  <a:pt x="0" y="0"/>
                </a:cubicBezTo>
                <a:close/>
              </a:path>
              <a:path w="7011967" h="3499983" stroke="0" extrusionOk="0">
                <a:moveTo>
                  <a:pt x="0" y="0"/>
                </a:moveTo>
                <a:cubicBezTo>
                  <a:pt x="186233" y="13151"/>
                  <a:pt x="421059" y="4198"/>
                  <a:pt x="707571" y="0"/>
                </a:cubicBezTo>
                <a:cubicBezTo>
                  <a:pt x="994083" y="-4198"/>
                  <a:pt x="1183659" y="-1016"/>
                  <a:pt x="1485262" y="0"/>
                </a:cubicBezTo>
                <a:cubicBezTo>
                  <a:pt x="1786865" y="1016"/>
                  <a:pt x="1874711" y="-35961"/>
                  <a:pt x="2262953" y="0"/>
                </a:cubicBezTo>
                <a:cubicBezTo>
                  <a:pt x="2651195" y="35961"/>
                  <a:pt x="2581019" y="-16108"/>
                  <a:pt x="2690046" y="0"/>
                </a:cubicBezTo>
                <a:cubicBezTo>
                  <a:pt x="2799073" y="16108"/>
                  <a:pt x="3049011" y="-333"/>
                  <a:pt x="3397617" y="0"/>
                </a:cubicBezTo>
                <a:cubicBezTo>
                  <a:pt x="3746223" y="333"/>
                  <a:pt x="3738683" y="24101"/>
                  <a:pt x="4035068" y="0"/>
                </a:cubicBezTo>
                <a:cubicBezTo>
                  <a:pt x="4331453" y="-24101"/>
                  <a:pt x="4423874" y="23897"/>
                  <a:pt x="4672520" y="0"/>
                </a:cubicBezTo>
                <a:cubicBezTo>
                  <a:pt x="4921166" y="-23897"/>
                  <a:pt x="5175628" y="38496"/>
                  <a:pt x="5450211" y="0"/>
                </a:cubicBezTo>
                <a:cubicBezTo>
                  <a:pt x="5724794" y="-38496"/>
                  <a:pt x="5969429" y="14302"/>
                  <a:pt x="6227902" y="0"/>
                </a:cubicBezTo>
                <a:cubicBezTo>
                  <a:pt x="6486375" y="-14302"/>
                  <a:pt x="6705120" y="36549"/>
                  <a:pt x="7011967" y="0"/>
                </a:cubicBezTo>
                <a:cubicBezTo>
                  <a:pt x="7008872" y="262876"/>
                  <a:pt x="6981376" y="480543"/>
                  <a:pt x="7011967" y="629997"/>
                </a:cubicBezTo>
                <a:cubicBezTo>
                  <a:pt x="7042558" y="779451"/>
                  <a:pt x="6982239" y="981316"/>
                  <a:pt x="7011967" y="1259994"/>
                </a:cubicBezTo>
                <a:cubicBezTo>
                  <a:pt x="7041695" y="1538672"/>
                  <a:pt x="7045613" y="1788293"/>
                  <a:pt x="7011967" y="1959990"/>
                </a:cubicBezTo>
                <a:cubicBezTo>
                  <a:pt x="6978321" y="2131687"/>
                  <a:pt x="7033420" y="2350665"/>
                  <a:pt x="7011967" y="2554988"/>
                </a:cubicBezTo>
                <a:cubicBezTo>
                  <a:pt x="6990514" y="2759311"/>
                  <a:pt x="7025368" y="3286990"/>
                  <a:pt x="7011967" y="3499983"/>
                </a:cubicBezTo>
                <a:cubicBezTo>
                  <a:pt x="6812670" y="3474349"/>
                  <a:pt x="6666690" y="3520230"/>
                  <a:pt x="6444635" y="3499983"/>
                </a:cubicBezTo>
                <a:cubicBezTo>
                  <a:pt x="6222580" y="3479736"/>
                  <a:pt x="6053309" y="3483006"/>
                  <a:pt x="5877303" y="3499983"/>
                </a:cubicBezTo>
                <a:cubicBezTo>
                  <a:pt x="5701297" y="3516960"/>
                  <a:pt x="5590203" y="3492034"/>
                  <a:pt x="5450211" y="3499983"/>
                </a:cubicBezTo>
                <a:cubicBezTo>
                  <a:pt x="5310219" y="3507932"/>
                  <a:pt x="5060474" y="3491687"/>
                  <a:pt x="4952999" y="3499983"/>
                </a:cubicBezTo>
                <a:cubicBezTo>
                  <a:pt x="4845524" y="3508279"/>
                  <a:pt x="4664976" y="3507043"/>
                  <a:pt x="4525906" y="3499983"/>
                </a:cubicBezTo>
                <a:cubicBezTo>
                  <a:pt x="4386836" y="3492923"/>
                  <a:pt x="4238292" y="3476927"/>
                  <a:pt x="4028694" y="3499983"/>
                </a:cubicBezTo>
                <a:cubicBezTo>
                  <a:pt x="3819096" y="3523039"/>
                  <a:pt x="3452912" y="3512226"/>
                  <a:pt x="3251003" y="3499983"/>
                </a:cubicBezTo>
                <a:cubicBezTo>
                  <a:pt x="3049094" y="3487740"/>
                  <a:pt x="2753132" y="3520723"/>
                  <a:pt x="2473312" y="3499983"/>
                </a:cubicBezTo>
                <a:cubicBezTo>
                  <a:pt x="2193492" y="3479243"/>
                  <a:pt x="2082630" y="3500545"/>
                  <a:pt x="1765741" y="3499983"/>
                </a:cubicBezTo>
                <a:cubicBezTo>
                  <a:pt x="1448852" y="3499421"/>
                  <a:pt x="1256165" y="3508459"/>
                  <a:pt x="1058170" y="3499983"/>
                </a:cubicBezTo>
                <a:cubicBezTo>
                  <a:pt x="860175" y="3491507"/>
                  <a:pt x="728731" y="3497349"/>
                  <a:pt x="560957" y="3499983"/>
                </a:cubicBezTo>
                <a:cubicBezTo>
                  <a:pt x="393183" y="3502617"/>
                  <a:pt x="216672" y="3501642"/>
                  <a:pt x="0" y="3499983"/>
                </a:cubicBezTo>
                <a:cubicBezTo>
                  <a:pt x="32153" y="3292844"/>
                  <a:pt x="6247" y="2926410"/>
                  <a:pt x="0" y="2764987"/>
                </a:cubicBezTo>
                <a:cubicBezTo>
                  <a:pt x="-6247" y="2603564"/>
                  <a:pt x="-19131" y="2410857"/>
                  <a:pt x="0" y="2134990"/>
                </a:cubicBezTo>
                <a:cubicBezTo>
                  <a:pt x="19131" y="1859123"/>
                  <a:pt x="-916" y="1655930"/>
                  <a:pt x="0" y="1434993"/>
                </a:cubicBezTo>
                <a:cubicBezTo>
                  <a:pt x="916" y="1214056"/>
                  <a:pt x="-27126" y="1007773"/>
                  <a:pt x="0" y="804996"/>
                </a:cubicBezTo>
                <a:cubicBezTo>
                  <a:pt x="27126" y="602219"/>
                  <a:pt x="-15301" y="269145"/>
                  <a:pt x="0" y="0"/>
                </a:cubicBezTo>
                <a:close/>
              </a:path>
            </a:pathLst>
          </a:custGeom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6016443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893468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8E894-1045-ECF2-5CDD-00A5DE0B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0EAACDD7-354C-3C8E-0A72-87BF668B9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940"/>
          </a:solidFill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0FDC2E9E-DD1B-DDC4-502D-D51E91255ED4}"/>
              </a:ext>
            </a:extLst>
          </p:cNvPr>
          <p:cNvSpPr txBox="1"/>
          <p:nvPr/>
        </p:nvSpPr>
        <p:spPr>
          <a:xfrm>
            <a:off x="901700" y="901700"/>
            <a:ext cx="430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 dirty="0">
                <a:solidFill>
                  <a:schemeClr val="bg1"/>
                </a:solidFill>
              </a:rPr>
              <a:t>Tidligere erfaring</a:t>
            </a:r>
            <a:endParaRPr lang="es-ES" sz="3600" b="1" dirty="0">
              <a:solidFill>
                <a:schemeClr val="bg1"/>
              </a:solidFill>
            </a:endParaRP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481DCECA-95E0-3644-9729-29DFA71D27A4}"/>
              </a:ext>
            </a:extLst>
          </p:cNvPr>
          <p:cNvSpPr txBox="1"/>
          <p:nvPr/>
        </p:nvSpPr>
        <p:spPr>
          <a:xfrm>
            <a:off x="901700" y="2049621"/>
            <a:ext cx="95123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/>
                </a:solidFill>
              </a:rPr>
              <a:t>Inden </a:t>
            </a:r>
            <a:r>
              <a:rPr lang="da-DK" sz="2000" b="1" dirty="0" err="1">
                <a:solidFill>
                  <a:schemeClr val="bg1"/>
                </a:solidFill>
              </a:rPr>
              <a:t>gym</a:t>
            </a:r>
            <a:r>
              <a:rPr lang="da-DK" sz="2000" b="1" dirty="0">
                <a:solidFill>
                  <a:schemeClr val="bg1"/>
                </a:solidFill>
              </a:rPr>
              <a:t> </a:t>
            </a: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– HTML, 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 err="1">
                <a:solidFill>
                  <a:schemeClr val="bg1"/>
                </a:solidFill>
              </a:rPr>
              <a:t>Gym</a:t>
            </a: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 – PHP, Data opbevaring, Java, JavaScript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/>
                </a:solidFill>
              </a:rPr>
              <a:t>Efter </a:t>
            </a:r>
            <a:r>
              <a:rPr lang="da-DK" sz="2000" b="1" dirty="0" err="1">
                <a:solidFill>
                  <a:schemeClr val="bg1"/>
                </a:solidFill>
              </a:rPr>
              <a:t>gym</a:t>
            </a:r>
            <a:r>
              <a:rPr lang="da-DK" sz="2000" b="1" dirty="0">
                <a:solidFill>
                  <a:schemeClr val="bg1"/>
                </a:solidFill>
              </a:rPr>
              <a:t> </a:t>
            </a: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– Hobby + Selvstændigt arbejde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/>
                </a:solidFill>
              </a:rPr>
              <a:t>Nuværende</a:t>
            </a: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 – Programmering med nye mål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FC4F813E-DD1A-8A51-BBA5-BB1F3613E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052" y="2931080"/>
            <a:ext cx="483405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40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ACA1C-C89B-8109-34F6-7E5DB6BB3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19085928-1410-3E22-C047-378A1666BA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940"/>
          </a:solidFill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96DC0196-09BA-6E5B-47B9-890AA710BFC5}"/>
              </a:ext>
            </a:extLst>
          </p:cNvPr>
          <p:cNvSpPr txBox="1"/>
          <p:nvPr/>
        </p:nvSpPr>
        <p:spPr>
          <a:xfrm>
            <a:off x="901700" y="901700"/>
            <a:ext cx="458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 dirty="0">
                <a:solidFill>
                  <a:schemeClr val="bg1"/>
                </a:solidFill>
              </a:rPr>
              <a:t>Egne forventninger</a:t>
            </a:r>
            <a:endParaRPr lang="es-ES" sz="3600" b="1" dirty="0">
              <a:solidFill>
                <a:schemeClr val="bg1"/>
              </a:solidFill>
            </a:endParaRP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E2F74779-FA62-5B6E-8150-F2621AE01227}"/>
              </a:ext>
            </a:extLst>
          </p:cNvPr>
          <p:cNvSpPr txBox="1"/>
          <p:nvPr/>
        </p:nvSpPr>
        <p:spPr>
          <a:xfrm>
            <a:off x="901700" y="2049621"/>
            <a:ext cx="57277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Review hver mandag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Mindre fokus på egne forventninger..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Mere fokus på kursusmaterialets mål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Et problem som fortsat … er et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AFCFBD91-EE43-4E65-7C86-A3C1AE2B7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99575">
            <a:off x="6392225" y="351090"/>
            <a:ext cx="1499959" cy="1675347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403232D1-6423-96B7-455E-DFB516F25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100" y="1218684"/>
            <a:ext cx="2758618" cy="551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6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40C-520D-EE6D-584C-EC2D37D68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5F8A1D79-9819-C134-A094-95CCF665B9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940"/>
          </a:solidFill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4A47A5D0-1F2E-C977-6D5C-EAA6F93A9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925" y="1158845"/>
            <a:ext cx="5949950" cy="5949950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634EC6D0-6D1F-94B2-48DB-80026FCA6073}"/>
              </a:ext>
            </a:extLst>
          </p:cNvPr>
          <p:cNvSpPr txBox="1"/>
          <p:nvPr/>
        </p:nvSpPr>
        <p:spPr>
          <a:xfrm>
            <a:off x="901700" y="901700"/>
            <a:ext cx="657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 dirty="0" err="1">
                <a:solidFill>
                  <a:schemeClr val="bg1"/>
                </a:solidFill>
              </a:rPr>
              <a:t>Reflektioner</a:t>
            </a:r>
            <a:r>
              <a:rPr lang="da-DK" sz="3600" b="1" dirty="0">
                <a:solidFill>
                  <a:schemeClr val="bg1"/>
                </a:solidFill>
              </a:rPr>
              <a:t> &amp; afslutning</a:t>
            </a:r>
            <a:endParaRPr lang="es-ES" sz="3600" b="1" dirty="0">
              <a:solidFill>
                <a:schemeClr val="bg1"/>
              </a:solidFill>
            </a:endParaRP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F834CDC2-BC28-3D1B-C6C1-9B0E9BC3977F}"/>
              </a:ext>
            </a:extLst>
          </p:cNvPr>
          <p:cNvSpPr txBox="1"/>
          <p:nvPr/>
        </p:nvSpPr>
        <p:spPr>
          <a:xfrm>
            <a:off x="901700" y="2049621"/>
            <a:ext cx="695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Ville gerne have nået mere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Tanker </a:t>
            </a:r>
            <a:r>
              <a:rPr lang="da-DK" sz="2000" b="1" dirty="0" err="1">
                <a:solidFill>
                  <a:schemeClr val="bg1">
                    <a:lumMod val="75000"/>
                  </a:schemeClr>
                </a:solidFill>
              </a:rPr>
              <a:t>vs</a:t>
            </a: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 reel </a:t>
            </a:r>
            <a:r>
              <a:rPr lang="da-DK" sz="2000" b="1" dirty="0" err="1">
                <a:solidFill>
                  <a:schemeClr val="bg1">
                    <a:lumMod val="75000"/>
                  </a:schemeClr>
                </a:solidFill>
              </a:rPr>
              <a:t>fyisk</a:t>
            </a: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 kode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Fortsat læring og i udvikling som udvikler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Hvad var godt?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bg1">
                    <a:lumMod val="75000"/>
                  </a:schemeClr>
                </a:solidFill>
              </a:rPr>
              <a:t>Hvad var jeg tilfreds med som udgangspunkt?</a:t>
            </a:r>
          </a:p>
        </p:txBody>
      </p:sp>
    </p:spTree>
    <p:extLst>
      <p:ext uri="{BB962C8B-B14F-4D97-AF65-F5344CB8AC3E}">
        <p14:creationId xmlns:p14="http://schemas.microsoft.com/office/powerpoint/2010/main" val="4117464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E8B20-310C-CBFD-30FF-172CD18E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E7D6E331-EA31-D214-72DC-82053C53BC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940"/>
          </a:solidFill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C54A58A2-EEA3-9D5E-E81C-D7C5A237C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1712" y="2090737"/>
            <a:ext cx="76485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468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120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VanillaVTI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Larsen</dc:creator>
  <cp:lastModifiedBy>Jonas Larsen</cp:lastModifiedBy>
  <cp:revision>4</cp:revision>
  <dcterms:created xsi:type="dcterms:W3CDTF">2026-06-07T18:43:42Z</dcterms:created>
  <dcterms:modified xsi:type="dcterms:W3CDTF">2026-06-07T19:11:38Z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2026-06-07T19:02:06Z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51c5af4e-9000-4522-b13d-fa1b5d90b60b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